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{•}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INF.03 · CZĘŚĆ 5: KONTYNUACJA KURSU JAVASCRIPT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Obiekty w JavaScript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 i literały · właściwości, metody i słowo this · obiekty zagnieżdżone · referencje w pamięci · ćwiczenia praktyczne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się dzisiaj nauczymy?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 z części 1–4 kursu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obiekt – typy złożone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właściwości i modyfikacja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zagnieżdżone i iteracja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a referencje w pamięci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 (6 zadań)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pamiętamy z poprzednich części kursu?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1: zmienne, typy proste (liczby, tekst, wartości logiczne) i operatory. Część 2: instrukcje sterujące. Część 3: funkcje.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4: funkcje wbudowane (obiekt Math, konwersja danych, metody tekstowe) oraz zasięg zmiennych – globalny, lokalny i blokowy.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tej pory każda zmienna przechowywała jedną, pojedynczą wartość: liczbę, tekst albo wartość logiczną – to tzw. typy proste (proste).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poznamy typy złożone – zaczynając od obiektów, czyli sposobu na przechowanie w jednej zmiennej wielu powiązanych ze sobą wartości i funkcji naraz.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to jeden z filarów JavaScript – będziemy do nich wracać przy tablicach, modelu DOM i obsłudze zdarzeń w kolejnych częściach kursu.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obiekt? Typy proste a złożone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prosty (np. liczba, tekst) przechowuje jedną wartość: let cena = 3200; – zmienna cena to po prostu liczba 3200.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(typ złożony) przechowuje zestaw powiązanych wartości pod nazwanymi kluczami – tak jak karta produktu w sklepie ma nazwę, cenę i dostępność jednocześnie.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Oprócz danych obiekt może przechowywać też funkcje – wtedy nazywamy je metodami obiektu, wykonującymi operacje na jego danych.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zmienna typu prostego to pojedyncza szuflada z jedną rzeczą; obiekt to cała szafka z podpisanymi szufladami – każda przechowuje inną, powiązaną informację.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Tworzenie obiektów – właściwości i metody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Literał obiektowy, właściwości, metody oraz słowo kluczowe this.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Literał obiektowy – najprostszy sposób tworzenia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Najprostszy sposób utworzenia obiektu to tzw. literał obiektowy – para klamer { } zawierająca właściwości w postaci klucz: wartość.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właściwość ma nazwę (klucz, zawsze tekst) oraz wartość, którą może być liczba, tekst, wartość logiczna, a nawet inny obiekt.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Poszczególne właściwości oddzielamy przecinkami; całość zwykle przypisujemy do zmiennej zadeklarowanej przez const.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obiektu zawsze zwraca "object" – niezależnie od tego, jakie dane przechowuje w środku.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literal_obiektu.js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imie: "Kasia",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nazwisko: "Nowak",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klasa: "3TI"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uczen); // "object"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Metody – funkcje wewnątrz obiektu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wartością właściwości jest funkcja, taką właściwość nazywamy metodą – umożliwia ona wykonywanie operacji na danych obiektu.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Metodę wywołujemy tak samo jak zwykłą właściwość, ale z nawiasami: uczen.przedstawSie().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ES6 dostępna jest skrócona notacja metody – bez słowa function i dwukropka, czytelniejsza w praktyce.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formy działają identycznie – w nowoczesnym kodzie zdecydowanie częściej spotyka się notację skróconą.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metody_obiektu.js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imie: "Kasia",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przedstawSie: function 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"Czesc, jestem " + uczen.imie;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skrocona notacja metody (ES6):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przywitaj()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"Witaj, " + uczen.imie + "!";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console.log(uczen.przedstawSie()); // "Czesc, jestem Kasia"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console.log(uczen.przywitaj());    // "Witaj, Kasia!"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Słowo kluczowe this wewnątrz metody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wewnątrz metody odnosi się do obiektu, na którym metoda została wywołana – dzięki temu metoda ma dostęp do jego właściwości.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Zaletą this (w porównaniu do odwoływania się po nazwie zmiennej) jest to, że kod działa poprawnie nawet po skopiowaniu metody do innego obiektu.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ważna, ale nieoczywista zasada: wartość this zależy od tego, JAK metoda została wywołana, a nie od tego, gdzie została zdefiniowana.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tego zagadnienia wrócimy przy okazji funkcji konstruujących obiekty (poznamy je w dalszej części kursu).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slowo_this.js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imie: "Kasia",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klasa: "3TI",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przedstawSie()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this = obiekt, na ktorym wywolano metode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this.imie + " z klasy " + this.klasa;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console.log(uczen.przedstawSie());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"Kasia z klasy 3TI"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Wizualizacja: obiekt to zbiór par klucz → wartość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434840" cy="4434840"/>
          </a:xfrm>
          <a:prstGeom prst="roundRect">
            <a:avLst>
              <a:gd name="adj" fmla="val 1443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obiekt.js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85416"/>
            <a:ext cx="393192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imie: "Kasia",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nazwisko: "Nowak",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klasa: "3TI",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przedstawSie()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this.imie;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916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 = {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210312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262B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210312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imie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0312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10312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210312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"Kasia"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103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2944368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262B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94436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nazwisko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94436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294436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29443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"Nowak"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94436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3785616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262B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78561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78561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378561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378561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"3TI"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378561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4626864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262B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94960" y="462686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przedstawSie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62686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462686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0" y="462686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() {...}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462686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5468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9893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 (żółta odznaka) przechowuje dane, metoda (zielona odznaka) przechowuje funkcję wykonującą działanie.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OBIEKTÓW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Podsumowanie: składnia obiektów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3383280"/>
                <a:gridCol w="416052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Element składni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Znaczenie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Literał obiektowy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 o = { a: 1 };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Tworzy nowy obiekt z jedną właściwością a o wartości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Właściwość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imie: "Kasia"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klucz: wartość wewnątrz obiektu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Metoda (notacja skrócona)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przywitaj() { ...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Właściwość, której wartością jest funkcja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 wewnątrz metody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this.imie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Odwołanie do właściwości obiektu, na którym wywołano metodę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Dostęp do właściwości i modyfikacja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Notacja kropkowa i nawiasowa, dodawanie, usuwanie oraz sprawdzanie właściwości.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WŁAŚCIWOŚCI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Notacja kropkowa (dot notation)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Najczęstszy sposób odczytu i zmiany właściwości to notacja kropkowa: obiekt.nazwaWlasciwosci.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zarówno do odczytu wartości, jak i do jej modyfikacji – wystarczy przypisać nową wartość po znaku =.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Notacja kropkowa wymaga, aby nazwa właściwości była znana "z góry" i była poprawnym identyfikatorem (bez spacji, cudzysłowów itp.).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domyślny wybór w większości sytuacji – jest krótszy i bardziej czytelny niż notacja nawiasowa.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notacja_kropkowa.js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produkt = { nazwa: "Laptop", cena: 3200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console.log(produkt.nazwa); // "Laptop"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produkt.cena = 2999; // modyfikacja wartosci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console.log(produkt.cena); // 2999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WŁAŚCIWOŚCI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Notacja nawiasowa (bracket notation)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Notacja nawiasowa obiekt["nazwa"] pozwala podać nazwę właściwości jako tekst – działa identycznie jak notacja kropkowa.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 największa zaleta: nazwa właściwości może pochodzić ze zmiennej i być ustalana dynamicznie w trakcie działania programu.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Notacja kropkowa NIE pozwala na zmienne – produkt.klucz szukałby właściwości dosłownie o nazwie "klucz" (nie zadziała jak zamierzone).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wyboru: nazwa właściwości znana z góry → kropka; nazwa właściwości w zmiennej lub "nietypowa" → nawiasy.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notacja_nawiasowa.js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produkt = { nazwa: "Laptop", cena: 3200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klucz = "cena";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console.log(produkt["nazwa"]); // "Laptop" - to samo co kropka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console.log(produkt[klucz]);   // 3200 - klucz jako zmienna!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produkt.klucz szukalby wlasciwosci "klucz" - bledne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console.log(produkt.klucz); // undefined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WŁAŚCIWOŚCI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Dodawanie, usuwanie i sprawdzanie właściwości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Nową właściwość dodajemy po prostu przypisując jej wartość – obiekt.nowaWlasciwosc = wartosc; nie trzeba jej wcześniej deklarować.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delete usuwa właściwość z obiektu całkowicie – po usunięciu nie istnieje ona już w obiekcie.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 sprawdza, czy dana właściwość istnieje w obiekcie i zwraca wartość logiczną (true/false).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bezpieczniejszy sposób sprawdzenia istnienia właściwości niż porównywanie jej wartości z undefined.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dodawanie_usuwanie.js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produkt = { nazwa: "Laptop", cena: 3200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produkt.dostepny = true; // dodanie nowej wlasciwosci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produkt.cena;     // usuniecie wlasciwosci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console.log(produkt); // { nazwa: "Laptop", dostepny: true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console.log("nazwa" in produkt); // true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console.log("cena" in produkt);  // false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WŁAŚCIWOŚCI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Kropka czy nawiasy? Kiedy której notacji używać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3794760"/>
                <a:gridCol w="384048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Sytuacja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Notacja kropkowa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Notacja nawiasowa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Nazwa właściwości znana z góry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produkt.cena — tak, standardowy wybór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produkt["cena"] — działa, ale niepotrzebnie dłuższe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Nazwa właściwości w zmiennej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produkt.klucz — błąd logiczny (szuka "klucz")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produkt[klucz] — poprawnie, klucz jako zmienna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Nazwa zawiera spację lub znak specjalny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obiekt.moja cena — niepoprawna składnia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obiekt["moja cena"] — jedyny poprawny sposób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Czytelność kodu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krótsza, zalecana domyślnie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używana tylko, gdy naprawdę potrzebna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Obiekty zagnieżdżone i iteracja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wewnątrz obiektu, pętla for...in oraz metody Object.keys/values/entries.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N+1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ZAGNIEŻDŻONE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 wewnątrz obiektu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Wartością właściwości może być kolejny obiekt – w ten sposób powstają struktury zagnieżdżone, odzwierciedlające bardziej złożone dane.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właściwości zagnieżdżonych sięgamy "warstwa po warstwie", łącząc kropki lub nawiasy: uczen.adres.miasto.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Można też mieszać obie notacje w jednym wyrażeniu, np. gdy jeden z kluczy jest zmienną.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Struktury zagnieżdżone są bardzo częste w praktyce – tak wyglądają np. dane pobierane z serwera (format JSON), które poznamy szczegółowo w dalszej części kursu.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obiekty_zagniezdzone.js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imie: "Kasia",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adres: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miasto: "Poznan",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ulica: "Dluga 5"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console.log(uczen.adres.miasto);      // "Poznan"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console.log(uczen["adres"]["ulica"]); // "Dluga 5"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ZAGNIEŻDŻONE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Wizualizacja: struktura drzewiasta obiektu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0" y="169164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20240" y="283464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2024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imie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"Kasia"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283464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262B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...obiekt... 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3337560" y="2377440"/>
            <a:ext cx="2743200" cy="429768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080760" y="2377440"/>
            <a:ext cx="2743200" cy="429768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3E4C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miasto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4256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"Poznan"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402336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3E4C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ulica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44256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"Dluga 5"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7566660" y="3566160"/>
            <a:ext cx="1257300" cy="429768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823960" y="3566160"/>
            <a:ext cx="1348740" cy="429768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685800" y="60807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uczen.adres.miasto  →  "Poznan"   (dostęp „warstwa po warstwie”, od korzenia do liścia)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ITERACJA PO OBIEKCIE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for...in – przejście po wszystkich właściwościach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for (const klucz in obiekt) przechodzi kolejno przez wszystkie nazwy właściwości (klucze) danego obiektu.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Wewnątrz pętli mamy dostęp do nazwy klucza – wartość odczytujemy notacją nawiasową: obiekt[klucz].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odpowiednik pętli for...of, którą wykorzystamy przy tablicach – for...in jest przeznaczona właśnie do obiektów.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 właściwości tekstowych odpowiada kolejności ich zapisania w literale obiektowym.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petla_for_in.js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produkt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nazwa: "Laptop", cena: 3200, dostepny: true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klucz in produkt)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console.log(klucz + ": " + produkt[klucz]);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nazwa: Laptop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cena: 3200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dostepny: true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ITERACJA PO OBIEKCIE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Object.keys(), Object.values(), Object.entries()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to wbudowany obiekt globalny udostępniający gotowe metody do pracy z innymi obiektami.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Object.keys(obiekt) zwraca tablicę wszystkich nazw właściwości (kluczy).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Object.values(obiekt) zwraca tablicę samych wartości, a Object.entries(obiekt) – tablicę par [klucz, wartość].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nowocześniejsza alternatywa dla for...in, szczególnie wygodna w połączeniu z metodami tablicowymi, które poznamy w kolejnej części kursu.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object_keys_values.js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produkt = { nazwa: "Laptop", cena: 3200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console.log(Object.keys(produkt));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["nazwa", "cena"]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console.log(Object.values(produkt));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["Laptop", 3200]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console.log(Object.entries(produkt));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[["nazwa","Laptop"], ["cena",3200]]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ITERACJA PO OBIEKCIE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Podsumowanie: sposoby przejścia po obiekcie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474720"/>
                <a:gridCol w="4206240"/>
                <a:gridCol w="315468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Sposób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 zwraca / daje dostęp 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Przykład wyniku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(const k in obiekt)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kolejne nazwy właściwości (klucze) w pętli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"nazwa", potem k = "cena",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Object.keys(obiekt)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tablicę wszystkich kluczy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["nazwa", "cena"]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Object.values(obiekt)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tablicę wszystkich wartości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["Laptop", 3200]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Object.entries(obiekt)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tablicę par [klucz, wartość]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[["nazwa","Laptop"], ...]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Obiekty a referencje w pamięci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kopiowanie obiektu to nie to samo, co kopiowanie typu prostego.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A REFERENCJE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Przypisanie obiektu kopiuje referencję, nie zawartość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proste (liczby, tekst) przy przypisaniu są kopiowane "wartościowo" – dwie zmienne stają się od siebie całkowicie niezależne.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działają inaczej: zmienna nie przechowuje samego obiektu, lecz referencję (odniesienie) do miejsca w pamięci, gdzie ten obiekt się znajduje.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Przypisanie const uczen2 = uczen1; kopiuje tylko referencję – obie zmienne wskazują na dokładnie TEN SAM obiekt.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Dlatego zmiana właściwości przez jedną zmienną jest "widoczna" również przez drugą – to jeden z najczęstszych źródeł błędów u początkujących.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referencje.js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uczen1 = { imie: "Kasia"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uczen2 = uczen1; // kopia REFERENCJI, nie obiektu!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uczen2.imie = "Ania";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console.log(uczen1.imie); // "Ania" - uczen1 tez sie zmienil!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console.log(uczen1 === uczen2); // true - to ten sam obiekt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A REFERENCJE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Wizualizacja: dwie zmienne, jeden obiekt w pamięci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63040" y="182880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262B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(referencja)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262B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uczen2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(referencja)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39776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7DF1E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imie: "Ania" }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544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obiekt w pamięci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846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(zmieniony przez uczen2.imie = "Ania")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2633472"/>
            <a:ext cx="2331720" cy="1316736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7132320" y="2633472"/>
            <a:ext cx="2331720" cy="1316736"/>
          </a:xfrm>
          <a:prstGeom prst="line">
            <a:avLst/>
          </a:prstGeom>
          <a:noFill/>
          <a:ln w="22225">
            <a:solidFill>
              <a:srgbClr val="3E4C7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85800" y="59893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zmienne "wskazują" na ten sam obiekt – zmiana przez jedną z nich jest widoczna przez drugą (w przeciwieństwie do typów prostych).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A REFERENCJE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Porównanie obiektów oraz kopiowanie płytkie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=== dla obiektów porównuje referencje (czy to ten sam obiekt w pamięci), a nie zawartość – dwa różne obiekty o identycznej zawartości NIE są sobie równe.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uzyskać niezależną kopię obiektu, można użyć operatora rozwinięcia (spread): const kopia = { ...oryginal };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kopia to nowy, osobny obiekt w pamięci – zmiana jej właściwości nie wpływa na oryginał.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tzw. kopia płytka (shallow copy) – wystarczająca dla obiektów bez zagnieżdżonych obiektów w środku; głębsze kopiowanie poznamy przy okazji tablic.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porownanie_i_kopia.js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{ x: 1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{ x: 1 };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 === b); // false - rozne obiekty w pamieci!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kopia = { ...a }; // spread - plytka kopia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kopia.x = 99;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console.log(a.x);     // 1  - oryginal bez zmian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console.log(kopia.x); // 99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pojęcia dzisiejszych zajęć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klucz: wartość 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Literał obiektowy - podstawowy sposób tworzenia obiektu (typu złożonego)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właściwość / metoda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zwykła to właściwość, wartość-funkcja to metoda obiektu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991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Wewnątrz metody odnosi się do obiektu, na którym metodę wywołano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kropka vs nawiasy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obiekt.klucz - nazwa znana z góry; obiekt[zmienna] - nazwa dynamiczna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for...in / Object.keys()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Sposoby iteracji po wszystkich właściwościach obiektu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991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referencja, nie kopia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Przypisanie obiektu kopiuje odniesienie - { ...obiekt } tworzy nowy, niezależny obiekt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praktyczne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zadań – po dwa na każdy z dzisiejszych tematów: tworzenie obiektów, dostęp/zagnieżdżenie i referencje.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· TWORZENIE OBIEKTÓW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 „produkt” z metodą opisującą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utworzenie obiektu z właściwościami i metodą korzystającą ze słowa this.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utworzProdukt(nazwa, cena, dostepny), która zwraca obiekt z właściwościami nazwa, cena, dostepny.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do obiektu metodę opisz(), zwracającą tekst w formacie: "Laptop - 2999 zl (dostepny)".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produktu dostępnego oraz niedostępnego.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Wewnątrz metody opisz() odwołuj się do właściwości obiektu przez this, a nie przez nazwy parametrów funkcji.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· TWORZENIE OBIEKTÓW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 „konto” z metodami wpłaty i wypłaty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utworzenie obiektu z metodami, które modyfikują jego własne właściwości za pomocą this.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utworzKonto(saldoPoczatkowe), zwracającą obiekt z właściwością saldo oraz metodami wplac(kwota) i wyplac(kwota).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wplac powinna zwiększać saldo i zwracać nową wartość; wyplac powinna zmniejszać saldo, ale tylko gdy środków wystarcza.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kwota wypłaty przekracza saldo, metoda wyplac powinna zwrócić tekst "Brak srodkow" i nie zmieniać salda.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Użyj this.saldo += kwota oraz this.saldo -= kwota wewnątrz odpowiednich metod – dzięki this obie metody operują na tym samym obiekcie.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 · DOSTĘP I ZAGNIEŻDŻENIE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Dynamiczny odczyt właściwości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zastosowanie notacji nawiasowej do odczytu właściwości o nazwie przekazanej jako parametr.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pobierzWlasciwosc(obiekt, klucz), która zwraca wartość właściwości obiektu o nazwie podanej w parametrze klucz.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na kilku różnych obiektach i kluczach, np. pobierzWlasciwosc({a:1, b:2}, "b").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Zastanów się i zapisz w komentarzu, dlaczego notacja kropkowa (obiekt.klucz) nie zadziałałaby w tym zadaniu.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Notacja nawiasowa obiekt[klucz] odczytuje nazwę właściwości z wartości zmiennej klucz – to klucz, do rozwiązania zadania.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 · DOSTĘP I ZAGNIEŻDŻENIE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Pełny adres z obiektu zagnieżdżonego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odczyt właściwości z obiektu zagnieżdżonego wewnątrz innego obiektu.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Utwórz obiekt uczen z właściwością imie oraz zagnieżdżonym obiektem adres (właściwości ulica i miasto).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pelnyAdres(uczen), która zwraca tekst w formacie "Dluga 5, Poznan", korzystając z danych zagnieżdżonych.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co najmniej dwóch różnych uczniów o różnych adresach.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Do właściwości zagnieżdżonej sięgamy przez dwie kropki z rzędu: uczen.adres.ulica.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5 · REFERENCJE I ITERACJA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cen w koszyku zakupowym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iteracja po właściwościach obiektu i sumowanie wartości liczbowych.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sumujCeny(koszyk), która przyjmuje obiekt, gdzie kluczem jest nazwa produktu, a wartością jego cena.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powinna zsumować wszystkie ceny i zwrócić łączną kwotę, korzystając z pętli for...in.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koszyka z kilkoma produktami oraz dla pustego obiektu {} (wynik powinien wynosić 0).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Wewnątrz pętli for (const nazwa in koszyk) odczytuj wartość przez koszyk[nazwa] i dodawaj ją do sumy.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 · REFERENCJE I ITERACJA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Bezpieczne kopiowanie obiektu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zrozumienie różnicy między kopią referencji a niezależną kopią obiektu.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kopiujObiekt(oryginal), która zwraca nową, niezależną kopię przekazanego obiektu (operator rozwinięcia { ...oryginal }).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Utwórz obiekt, skopiuj go swoją funkcją, a następnie zmień właściwość w kopii.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(przez console.log), że oryginalny obiekt NIE zmienił się – w odróżnieniu od zwykłego przypisania const kopia = oryginal;.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Porównaj efekt swojej funkcji z efektem zwykłego przypisania = – to najlepszy sposób, aby utrwalić różnicę między referencją a kopią.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dziś osiągnęliśmy i co dalej?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Potrafimy tworzyć obiekty za pomocą literału obiektowego oraz dodawać im właściwości i metody, korzystając ze słowa this.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Umiemy odczytywać i modyfikować właściwości notacją kropkową i nawiasową oraz pracować z obiektami zagnieżdżonymi.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Rozumiemy, czym różni się kopiowanie referencji od kopiowania wartości – to jedno z kluczowych, a zarazem trudniejszych pojęć w JavaScript.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etap kursu (zgodnie z wymaganiami INF.03.5): tablice i metody tablicowe, a następnie praca z modelem DOM oraz obsługa zdarzeń.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PODSTAWA PROGRAMOWA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 oraz związek z kwalifikacją INF.03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prezentacji zweryfikowano względem specyfikacji języka ECMAScript (ECMA-262) oraz dokumentacji MDN Web Docs (developer.mozilla.org).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tematyczny stanowi kontynuację jednostki efektów kształcenia INF.03.5 Programowanie aplikacji internetowych – obiekty to podstawowy typ złożony w JavaScript, niezbędny do dalszej nauki tablic, modelu DOM i pracy z danymi w formacie JSON.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Working with objects; MDN – Object initializer / literał obiektowy; MDN – Object.keys(), Object.values(), Object.entries(); MDN – this.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Centralna Komisja Egzaminacyjna (CKE) – podstawa programowa kształcenia w zawodach, jednostka INF.03.5.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Pełny, obszerny materiał dla nauczyciela wraz z rozwiązaniami wszystkich sześciu ćwiczeń znajduje się w towarzyszącym dokumencie PDF.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2026-09-18T10:35:31Z</dcterms:created>
  <dcterms:modified xsi:type="dcterms:W3CDTF">2026-09-18T10:35:31Z</dcterms:modified>
</cp:coreProperties>
</file>