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-318" y="-10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71D10-E334-49C2-9D1D-063BF18F3BC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20944-0A8F-4623-AAB7-5E27EC62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35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fn()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KWALIFIKACJA INF.03 · CZĘŚĆ 3: KONTYNUACJA KURSU JAVASCRIPT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Funkcje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JavaScript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Deklaracje i wyrażenia funkcyjne · funkcje strzałkowe · parametry domyślne i rest · rekurencja · ćwiczenia praktyczne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ZAJĘĆ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Czego się dzisiaj nauczymy?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562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Przypomnienie z części 1 i 2 kursu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562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Deklaracje funkcji, parametry i return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364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Wyrażenia funkcyjne i funkcje strzałkowe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364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domyślne i rest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8737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Funkcje jako wartości i rekurencja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8737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praktyczne (6 zadań)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PRZYPOMNIENIE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pamiętamy z poprzednich części kursu?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1: struktura języka, zmienne (let, const), typy danych i operatory (===, &amp;&amp;, ||).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2: instrukcje sterujące – warunki (if / else / else if), switch oraz pętle (for, while, do...while, for-of, for-in).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tej pory pisaliśmy kod, który wykonywał się „od góry do dołu” raz, przy każdym uruchomieniu skryptu.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poznamy funkcje – sposób na zapisanie fragmentu kodu raz i wielokrotne jego wywoływanie, z różnymi danymi wejściowymi.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Funkcje wykorzystują wszystko, co poznaliśmy do tej pory: zmienne, typy danych, operatory oraz instrukcje sterujące – to one najczęściej stanowią „wnętrze” funkcji.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jest funkcja i po co jej używać?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to nazwany fragment kodu, który można wielokrotnie wywołać (uruchomić) w różnych miejscach programu.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Funkcje realizują zasadę DRY (Don't Repeat Yourself) – zamiast kopiować ten sam kod wielokrotnie, piszemy go raz wewnątrz funkcji.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może przyjmować dane wejściowe (parametry) i zwracać wynik (wartość) za pomocą instrukcji return.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funkcja to jak przepis kulinarny – zapisany raz, ale można go „wykonać” dowolną liczbę razy, za każdym razem z innymi składnikami (parametrami).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DEKLARACJE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Deklaracja funkcji – podstawy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Funkcję deklarujemy słowem kluczowym function, po którym następuje jej nazwa, nawiasy okrągłe () oraz blok kodu w nawiasach klamrowych {}.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Nazwa funkcji powinna być czasownikiem lub zawierać czasownik, opisującym, co funkcja robi (np. przywitaj, obliczSume).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zapis deklaracji nie wykonuje kodu wewnątrz funkcji – kod wykonuje się dopiero przy jej wywołaniu.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deklaracja_funkcji.js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przywitaj()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console.log("Cześć!");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samo napisanie funkcji jeszcze jej nie uruchamia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DEKLARACJE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Wywołanie funkcji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 uruchomić kod wewnątrz funkcji, należy ją wywołać – zapisać jej nazwę, a po niej nawiasy okrągłe ().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Funkcję można wywołać dowolną liczbę razy w różnych miejscach programu.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wywołanie wykonuje kod wewnątrz funkcji od nowa, niezależnie od poprzednich wywołań.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wywolanie_funkcji.js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kwadrat(x)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 * x;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console.log(kwadrat(3));  // 9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console.log(kwadrat(5));  // 25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console.log(kwadrat(10)); // 100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 sama funkcja, trzy różne wywołania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x,y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DEKLARACJE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Parametry i argumenty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to zmienne wymienione w nawiasach przy deklaracji funkcji – działają jak „puste miejsca” na dane wejściowe.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Argumenty to konkretne wartości, które przekazujemy do funkcji przy jej wywołaniu.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może przyjmować dowolną liczbę parametrów, oddzielonych przecinkami.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parametry.js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przedstawSie(imie, wiek)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"Mam na imię " + imie +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i mam " + wiek + " lat."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przedstawSie("Kasia", 16);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imie i wiek to parametry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"Kasia" i 16 to argumenty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DEKLARACJE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Instrukcja return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return kończy działanie funkcji i zwraca (przekazuje na zewnątrz) podaną po niej wartość.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Zwróconą wartość można zapisać do zmiennej, wypisać w konsoli lub użyć w dalszych obliczeniach.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umieszczony w funkcji po instrukcji return nigdy się nie wykona – return natychmiast kończy funkcję.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dodaj(a, b)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wynik = dodaj(3, 4);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console.log(wynik); // 7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przyklad()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1;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console.log("to się nigdy nie wykona");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DEKLARACJE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Funkcja bez instrukcji return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nie musi zawierać instrukcji return – wtedy jedynie wykonuje swój kod (np. wypisuje coś w konsoli), niczego nie zwracając.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spróbujemy zapisać wynik wywołania takiej funkcji do zmiennej, otrzymamy wartość undefined.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Rekomendacja: jeśli funkcja ma dostarczyć wynik do dalszego użycia, zawsze zastosuj return zamiast polegać wyłącznie na console.log.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bez_return.js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powiedzCzesc()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console.log("Cześć!");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brak instrukcji return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wynik = powiedzCzesc();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wypisze: "Cześć!"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console.log(wynik); // undefined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DEKLARACJE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Zasięg zmiennych – lokalne a globalne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Zmienna zadeklarowana wewnątrz funkcji (let, const) jest zmienną lokalną – istnieje tylko wewnątrz tej funkcji i jest niedostępna na zewnątrz.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Zmienna zadeklarowana poza wszystkimi funkcjami jest zmienną globalną – widoczną w całym pliku, także wewnątrz funkcji.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zmienna lokalna ma taką samą nazwę jak globalna, wewnątrz funkcji „przesłania” (maskuje) zmienną globalną, nie zmieniając jej wartości.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zasieg.js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licznik = 10; // zmienna globalna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zmienLicznik()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licznik = 5; // zmienna lokalna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licznik += 1;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licznik;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console.log(zmienLicznik()); // 6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console.log(licznik);        // 10 - bez zmian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DEKLARACJE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Ciekawostka: wywołanie funkcji przed jej deklaracją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Deklaracje funkcji (function nazwa() {...}) są w JavaScript „wynoszone” (hoisting) na górę swojego zasięgu wraz z pełną treścią.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Dzięki temu funkcję zadeklarowaną słowem kluczowym function można wywołać w kodzie wcześniej, niż została zapisana.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wyjątek dotyczący wyłącznie deklaracji funkcji – zmienne let/const (także przechowujące funkcje) takiej właściwości nie mają, o czym więcej w części 1 kursu (hoisting i TDZ).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hoisting_funkcji.js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wywołanie przed zapisem w kodzie - działa!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console.log(przywitajWczesniej());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przywitajWczesniej()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"Cześć - to zadziałało!";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Wyrażenia funkcyjne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funkcje strzałkowe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 sposoby zapisu funkcji w JavaScript – przypisanie funkcji do zmiennej.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=fn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WYRAŻENIA FUNKCYJNE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Wyrażenie funkcyjne (function expression)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Funkcję można też zapisać jako wyrażenie – przypisać ją do zmiennej za pomocą let lub const, podobnie jak liczbę czy tekst.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Taką funkcję wywołuje się przez nazwę zmiennej, do której została przypisana, tak samo jak funkcję zadeklarowaną słowem function.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przeciwieństwie do deklaracji funkcji, wyrażenie funkcyjne nie jest hoistowane – zmienną trzeba zadeklarować (i przypisać funkcję) zanim jej użyjemy.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wyrazenie_funkcyjne.js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pomnoz = function (a, b)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* b;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console.log(pomnoz(3, 4)); // 12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pomnoz to zmienna przechowująca funkcję,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nie "nazwa funkcji" w klasycznym sensie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-&gt;fn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WYRAŻENIA FUNKCYJNE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Funkcje jako wartości – zapowiedź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Skoro funkcję można przypisać do zmiennej, można ją też przekazać jako argument do innej funkcji – tak jak liczbę czy tekst.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Funkcję przekazaną w ten sposób (bez własnej nazwy) nazywamy funkcją anonimową.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mechanizm jest podstawą obsługi zdarzeń (np. kliknięcia przycisku), którą poznamy na kolejnych zajęciach – tam funkcja „czeka”, aż zostanie wywołana przez zdarzenie.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funkcja_jako_wartosc.js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wykonajDwaRazy(fn, x)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fn(fn(x));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wynik = wykonajDwaRazy(function (n)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 * 2;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3);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console.log(wynik); // 12  ((3*2)*2)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WYRAŻENIA FUNKCYJNE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Funkcje strzałkowe (arrow function) – podstawy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strzałkowa to zwięzły zapis wyrażenia funkcyjnego, wprowadzony w ES2015 (ES6), oznaczany symbolem =&gt;.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umieszcza się w nawiasach okrągłych przed strzałką, a ciało funkcji – w nawiasach klamrowych po niej, tak jak w zwykłej funkcji.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strzałkowa z blokiem kodu w {} działa tak samo jak wyrażenie funkcyjne – wymaga jawnej instrukcji return, aby coś zwrócić.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arrow_podstawy.js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pomnoz = (a, b) =&gt;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* b;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console.log(pomnoz(3, 4)); // 12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odpowiednik zapisany jako wyrażenie funkcyjne: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 pomnoz = function (a, b) { return a * b; };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=&gt;x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WYRAŻENIA FUNKCYJNE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Funkcje strzałkowe – zapis skrócony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ciało funkcji strzałkowej to pojedyncze wyrażenie, można pominąć nawiasy klamrowe {} oraz słowo return – wynik wyrażenia jest zwracany automatycznie (tzw. implicit return).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funkcja przyjmuje dokładnie jeden parametr, nawiasy okrągłe wokół niego również można pominąć.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funkcja nie przyjmuje żadnych parametrów, nawiasy () są konieczne – muszą pozostać puste.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arrow_skrocone.js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podwoj = (x) =&gt; x * 2;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console.log(podwoj(5)); // 10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kwadrat = x =&gt; x * x; // 1 parametr - bez ()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console.log(kwadrat(6)); // 36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przywitaj = () =&gt; "Cześć!"; // 0 parametrów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console.log(przywitaj()); // "Cześć!"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WYRAŻENIA FUNKCYJNE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Deklaracja, wyrażenie czy strzałka – co wybrać?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4206240"/>
                <a:gridCol w="3246120"/>
                <a:gridCol w="3383280"/>
              </a:tblGrid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</a:rPr>
                        <a:t>Forma zapisu</a:t>
                      </a:r>
                      <a:endParaRPr lang="en-US" sz="12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</a:rPr>
                        <a:t>Hoisting</a:t>
                      </a:r>
                      <a:endParaRPr lang="en-US" sz="12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</a:rPr>
                        <a:t>Typowe zastosowanie</a:t>
                      </a:r>
                      <a:endParaRPr lang="en-US" sz="12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Deklaracja function nazwa() {}</a:t>
                      </a:r>
                      <a:endParaRPr lang="en-US" sz="11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 - można wywołać przed zapisem w kodzie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Główne, samodzielne funkcje programu, czytelne dla całego zespołu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Wyrażenie const f = function() {}</a:t>
                      </a:r>
                      <a:endParaRPr lang="en-US" sz="11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 - dostępne dopiero po przypisaniu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Gdy funkcja jest wartością przypisywaną warunkowo lub przekazywaną dalej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Funkcja strzałkowa const f = () =&gt; {}</a:t>
                      </a:r>
                      <a:endParaRPr lang="en-US" sz="11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 - dostępne dopiero po przypisaniu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Krótkie funkcje pomocnicze, zwłaszcza jako argumenty innych funkcji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 dydaktyczna: dla głównych funkcji programu warto stosować czytelną deklarację function, a strzałkowej formy używać dla krótkich funkcji pomocniczych.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Parametry funkcji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domyślne, parametry rest i praca z różną liczbą argumentów.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Parametry domyślne (default parameters)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Parametrowi można nadać wartość domyślną, zapisując ją po znaku = bezpośrednio przy deklaracji funkcji.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Wartość domyślna zostanie użyta tylko wtedy, gdy przy wywołaniu funkcji nie podano dla niej argumentu (lub podano undefined).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domyślne pozwalają uczynić niektóre argumenty opcjonalnymi, bez konieczności ręcznego sprawdzania warunkiem if.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parametry_domyslne.js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powitanie(imie = "Gościu")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"Witaj, " + imie + "!";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console.log(powitanie());       // "Witaj, Gościu!"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console.log(powitanie("Ala"));  // "Witaj, Ala!"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Parametry rest (...) – dowolna liczba argumentów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 poprzedzony trzema kropkami (...) zbiera wszystkie pozostałe argumenty wywołania do jednej tablicy.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Dzięki temu funkcja może przyjmować dowolną, nieznaną z góry liczbę argumentów.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 rest musi być ostatnim parametrem funkcji – po nim nie może wystąpić żaden kolejny.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parametry_rest.js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suma(...liczby)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wynik = 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(const liczba of liczby)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wynik += liczba;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wynik;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console.log(suma(1, 2, 3));       // 6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console.log(suma(5, 10, 15, 20)); // 50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Gdy liczba argumentów nie zgadza się z liczbą parametrów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nie wymusza podania wszystkich argumentów – w przeciwieństwie do wielu innych języków, wywołanie z ich brakiem nie powoduje błędu.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Parametr, dla którego zabrakło argumentu, otrzymuje wartość undefined (chyba że ma ustawioną wartość domyślną).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Argumenty przekazane ponad liczbę zadeklarowanych parametrów są po prostu ignorowane (niedostępne przez nazwę parametru).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niezgodna_liczba.js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przedstaw(imie, wiek)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imie + " " + wiek;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console.log(przedstaw("Ola"));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"Ola undefined" - brakuje argumentu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console.log(przedstaw("Ola", 15, "zbędny"));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"Ola 15" - trzeci argument jest ignorowany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f(f)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Rekurencja – funkcja wywołująca samą siebie (dla chętnych)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Rekurencja to technika, w której funkcja w swoim ciele wywołuje samą siebie, zwykle z „mniejszymi” danymi wejściowymi.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funkcja rekurencyjna musi mieć warunek zakończenia (przypadek bazowy) – bez niego wywoływałaby się w nieskończoność (aż do przepełnienia stosu, ang. stack overflow).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obliczenie silni liczby n (n!) – iloczynu wszystkich liczb naturalnych od 1 do 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rekurencja_silnia.js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silnia(n)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&lt;= 1)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 // przypadek bazowy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 * silnia(n - 1); // wywołanie samej siebie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console.log(silnia(5)); // 120  (5*4*3*2*1)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FUNKCJI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Typowe błędy i pułapki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2834640"/>
                <a:gridCol w="3520440"/>
                <a:gridCol w="4480560"/>
              </a:tblGrid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Błąd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Skutek / rozwiązanie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Brak instrukcji return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dodaj(a,b) { a + b; }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Funkcja niczego nie zwraca (undefined), mimo że oblicza poprawny wynik. Dodaj return przed wyrażeniem.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Mylenie parametrów z argumentami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f(a,b) {...}; f(1);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Brakujący argument b przyjmuje wartość undefined. Podaj wszystkie argumenty lub ustaw wartość domyślną.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Wywołanie wyrażenia funkcyjnego przed deklaracją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test(); const test = () =&gt; {};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Błąd ReferenceError (TDZ) - w przeciwieństwie do function, wyrażenia funkcyjne nie są hoistowane.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Brak przypadku bazowego w rekurencji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f(n){ return n*f(n-1); }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Funkcja wywołuje się w nieskończoność - błąd przepełnienia stosu (stack overflow).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pojęcia dzisiejszych zajęć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nazwa() {}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Deklaracja funkcji - hoistowana, można wywołać przed zapisem w kodzie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9" name="Shape 7"/>
          <p:cNvSpPr/>
          <p:nvPr/>
        </p:nvSpPr>
        <p:spPr>
          <a:xfrm>
            <a:off x="473659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659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 = function() {}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Wyrażenie funkcyjne - funkcja przypisana do zmiennej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13" name="Shape 11"/>
          <p:cNvSpPr/>
          <p:nvPr/>
        </p:nvSpPr>
        <p:spPr>
          <a:xfrm>
            <a:off x="843991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3991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 = () =&gt; {}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strzałkowa - zwięzły zapis, często jako argument innej funkcji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327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3327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Kończy funkcję i zwraca wartość - bez niej funkcja zwraca undefined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3659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3659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 = wartość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3659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 domyślny - używany, gdy brak argumentu przy wywołaniu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8388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25" name="Shape 23"/>
          <p:cNvSpPr/>
          <p:nvPr/>
        </p:nvSpPr>
        <p:spPr>
          <a:xfrm>
            <a:off x="843991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3991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...param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3991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 rest - zbiera dowolną liczbę argumentów do tablicy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Ćwiczenia praktyczne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Sześć zadań – po dwa na każdy z dzisiejszych tematów: podstawy funkcji, wyrażenia/strzałki i parametry.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1 · PODSTAWY FUNKCJI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Pole prostokąta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zastosowanie deklaracji funkcji, parametrów i instrukcji return.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poleProstokata, przyjmującą dwa parametry: a i b (długości boków).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powinna zwracać (return) iloczyn a * b, czyli pole prostokąta.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Wywołaj funkcję dla kilku różnych par wartości i wypisz wyniki w konsoli, np. dla a=4, b=5 oraz a=3, b=3.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Pamiętaj, że sama deklaracja funkcji nic nie wypisuje - wynik trzeba jeszcze wywołać i przekazać do console.log.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2 · PODSTAWY FUNKCJI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Cena produktu po rabacie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połączenie funkcji z instrukcją warunkową poznaną w części 2 kursu.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cenaPoRabacie, przyjmującą parametry cena oraz procentRabatu.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procentRabatu jest mniejszy od 0 lub większy od 100, funkcja powinna zwrócić tekst "Nieprawidłowy rabat".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przeciwnym razie funkcja powinna obliczyć i zwrócić cenę po odjęciu rabatu.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funkcji dla kilku przypadków, w tym dla nieprawidłowej wartości rabatu (np. 150).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Wzór na cenę po rabacie: cena - (cena * procentRabatu) / 100.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3 · WYRAŻENIA I STRZAŁKI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Trzy zapisy tej samej funkcji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porównanie deklaracji funkcji, wyrażenia funkcyjnego i funkcji strzałkowej.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funkcję przeliczającą stopnie Celsjusza na Fahrenheity (wzór: F = C * 9 / 5 + 32) jako deklarację funkcji.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Przepisz tę samą funkcję jako wyrażenie funkcyjne (const ... = function ... {}).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Przepisz tę samą funkcję jako funkcję strzałkową, w wersji ze skróconym zapisem (bez nawiasów klamrowych i return).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Sprawdź, czy wszystkie trzy wersje dają identyczny wynik dla tych samych danych wejściowych (np. 0°C i 100°C).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Skrócony zapis funkcji strzałkowej z jednym parametrem: const naFahrenheita = celsjusz =&gt; celsjusz * 9 / 5 + 32;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4 · WYRAŻENIA I STRZAŁKI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Funkcja powitalna z wartością domyślną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połączenie funkcji strzałkowej z parametrem domyślnym.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funkcję strzałkową powitajUzytkownika, przyjmującą jeden parametr imie z wartością domyślną "Gościu".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powinna zwracać tekst w postaci: "Witaj, &lt;imie&gt;! Miło Cię widzieć."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funkcji zarówno bez podania argumentu, jak i z podanym imieniem (np. "Tomek").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Wartość domyślną zapisuje się bezpośrednio przy parametrze: (imie = "Gościu") =&gt; ...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5 · PARAMETRY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Cena brutto z domyślną stawką VAT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zastosowanie parametru domyślnego w obliczeniach.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cenaZVAT, przyjmującą parametry cenaNetto oraz stawkaVAT z wartością domyślną 23 (procent).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powinna zwracać cenę brutto: cenaNetto powiększoną o obliczony podatek VAT.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funkcji: raz wywołując ją tylko z ceną netto (domyślna stawka 23%), a raz podając własną stawkę (np. 8%).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Wzór na VAT: cenaNetto * stawkaVAT / 100. Wynik to cenaNetto + obliczony VAT.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6 · PARAMETRY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Suma i wartość największa z dowolnej liczby argumentów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zastosowanie parametru rest do obsługi zmiennej liczby argumentów.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sumaWszystkich, wykorzystującą parametr rest (...liczby), która zwraca sumę wszystkich podanych liczb.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najwieksza, również z parametrem rest, która zwraca największą z podanych liczb.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obu funkcji dla różnej liczby argumentów (np. dla 4 liczb i dla jednej liczby).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Parametr rest zbiera argumenty do tablicy - możesz iterować po niej pętlą for...of, poznaną w części 2 kursu.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dalej po dzisiejszych zajęciach?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Umiemy deklarować funkcje i wywoływać je z parametrami, oraz zwracać wynik instrukcją return.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Potrafimy zapisać funkcję jako wyrażenie funkcyjne oraz jako zwięzłą funkcję strzałkową.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Znamy parametry domyślne i parametry rest do obsługi zmiennej liczby argumentów.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połączeniu z instrukcjami sterującymi z części 2, mamy już pełny zestaw narzędzi do pisania złożonych programów w JavaScript.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Kolejny etap kursu (zgodnie z wymaganiami INF.03.5): tablice, metody tablicowe oraz praca z modelem DOM i obsługa zdarzeń w praktyce.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I PODSTAWA PROGRAMOWA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 oraz związek z kwalifikacją INF.03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Treści prezentacji zweryfikowano względem specyfikacji języka ECMAScript (ECMA-262) oraz dokumentacji MDN Web Docs (developer.mozilla.org).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 tematyczny stanowi kontynuację jednostki efektów kształcenia INF.03.5 Programowanie aplikacji internetowych – funkcje są niezbędnym fundamentem do dalszej pracy z tablicami, modelem DOM i obsługą zdarzeń.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– Functions; MDN – Arrow function expressions; MDN – Default parameters; MDN – Rest parameters.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Centralna Komisja Egzaminacyjna (CKE) – podstawa programowa kształcenia w zawodach, jednostka INF.03.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3390</Words>
  <Application>Microsoft Office PowerPoint</Application>
  <PresentationFormat>Niestandardowy</PresentationFormat>
  <Paragraphs>486</Paragraphs>
  <Slides>33</Slides>
  <Notes>33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33</vt:i4>
      </vt:variant>
    </vt:vector>
  </HeadingPairs>
  <TitlesOfParts>
    <vt:vector size="34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Tomasz Majchrzak</cp:lastModifiedBy>
  <cp:revision>2</cp:revision>
  <dcterms:created xsi:type="dcterms:W3CDTF">2026-09-18T08:26:05Z</dcterms:created>
  <dcterms:modified xsi:type="dcterms:W3CDTF">2026-09-18T10:21:29Z</dcterms:modified>
</cp:coreProperties>
</file>