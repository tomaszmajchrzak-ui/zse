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675B2-B7FB-4707-B987-30B336DED84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D5752-BA49-4484-BDDA-C559BD548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if{}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INF.03 · CZĘŚĆ 2: KONTYNUACJA KURSU JAVASCRIPT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Instrukcje sterujące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JavaScript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 (if / else / else if) · instrukcja switch · pętle (for, while, do-while, for-of, for-in) · ćwiczenia praktyczne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się dzisiaj nauczymy?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 z części 1 kursu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warunkowe: if, else, else if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wyboru switch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Pętle: for, while, do-while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 for-of, for-in, break i continue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 (6 zadań)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pamiętamy z pierwszej części kursu?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osadzamy w HTML znacznikiem &lt;script&gt; (wewnętrznie lub przez atrybut src) – zalecane atrybuty defer/async dla skryptów zewnętrznych.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 deklarujemy słowami let i const (var – rzadziej, we współczesnym kodzie).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danych: pierwotne (Number, String, Boolean, Undefined, Null, BigInt, Symbol) oraz złożone (Object, Array, Function).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Operatory porównania === i !== (równość ścisła) oraz logiczne &amp;&amp; i || – dziś będą kluczowe przy budowaniu warunków.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Poznaliśmy już podstawową składnię if / else – dziś rozwiniemy ją i dodamy switch oraz pętle.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Dzisiejsze zajęcia bezpośrednio wykorzystują operatory porównania i logiczne poznane w części 1 – to one sterują każdą z dzisiejszych instrukcji.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są instrukcje sterujące?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5440680"/>
              </a:tblGrid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Kategoria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Instrukcje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 czego służą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Warunkowe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if, else, else 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Wykonują różny fragment kodu w zależności od spełnienia warunku logicznego.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Wyboru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Wybierają jeden z wielu wariantów na podstawie wartości jednego wyrażenia.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Iteracyjne (pętle)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for, while, do-while, for-of, for-in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Powtarzają fragment kodu wielokrotnie, dopóki spełniony jest warunek lub dla każdego elementu kolekcji.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Wspólna nazwa „instrukcje sterujące” (control flow statements) bierze się stąd, że decydują o kolejności wykonywania instrukcji programu – zamiast zawsze „od góry do dołu”.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Instrukcja if – podstawy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if wykonuje blok kodu tylko wtedy, gdy warunek w nawiasach okrągłych jest prawdziwy (true).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Warunkiem jest dowolne wyrażenie, które zostanie skonwertowane na wartość logiczną (Boolean).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warunek jest fałszywy (false), blok kodu wewnątrz if zostaje pominięty.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kodu ujmujemy w nawiasy klamrowe { } – zalecane zawsze, nawet dla pojedynczej instrukcji (więcej na slajdzie 9).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if_podstawy.js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temperatura = 28;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(temperatura &gt; 25)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console.log("Gorąco!");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"Gorąco!"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if/e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Instrukcja if...else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Klauzula else pozwala określić blok kodu wykonywany, gdy warunek jest fałszywy.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każdej chwili wykonywany jest dokładnie jeden z dwóch bloków – nigdy oba naraz.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najczęstszy sposób obsługi sytuacji „coś albo coś innego” w programach.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if_else.js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godzina = 20;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(godzina &lt; 12)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console.log("Dzień dobry");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console.log("Dobry wieczór");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"Dobry wieczór"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Łańcuch warunków else if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Gdy warunków do sprawdzenia jest więcej niż dwa, łączymy kolejne warunki klauzulą else if.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Warunki sprawdzane są po kolei, od góry – wykonuje się blok pierwszego warunku, który okaże się prawdziwy, a reszta jest pomijana.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Ostatnia klauzula else (opcjonalna) obsługuje wszystkie pozostałe przypadki.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 warunków ma znaczenie – warto układać je od najbardziej do najmniej szczegółowych.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else_if.js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ocena = 3;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(ocena === 6)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console.log("Celujący");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(ocena === 5)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console.log("Bardzo dobry");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(ocena === 4)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console.log("Dobry");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(ocena === 3)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console.log("Dostateczny");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console.log("Niedostateczny");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"Dostateczny"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{{}}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Zagnieżdżone instrukcje if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Instrukcję if można umieścić wewnątrz innej instrukcji if – to tzw. zagnieżdżenie (nesting).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Przydatne, gdy drugi warunek ma sens tylko po spełnieniu pierwszego.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Nadmierne zagnieżdżanie (3, 4 poziomy) pogarsza czytelność kodu – często można je zastąpić pojedynczym warunkiem z operatorem &amp;&amp; (poznanym w części 1).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 obok można zapisać również jako: if (wiek &gt;= 18 &amp;&amp; maPrawoJazdy) { ... } – krócej i często czytelniej.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zagniezdzone_if.js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wiek = 20;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maPrawoJazdy = true;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(wiek &gt;= 18)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(maPrawoJazdy)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console.log("Możesz wypożyczyć samochód");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console.log("Musisz najpierw zdobyć prawo jazdy");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console.log("Jesteś za młody");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{;}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INSTRUKCJE WARUNKOWE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Nawiasy klamrowe – kiedy są wymagane?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blok if (lub pętli) zawiera tylko jedną instrukcję, JavaScript formalnie pozwala pominąć nawiasy klamrowe { }.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Przykład: if (x &gt; 0) console.log("dodatnie"); – zadziała poprawnie.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Pomijanie nawiasów jest jednak ryzykowne: dopisanie kolejnej instrukcji „pod” if bez dodania nawiasów sprawi, że będzie się ona wykonywać zawsze, niezależnie od warunku.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 dydaktyczna i dobra praktyka zawodowa: zawsze używaj nawiasów klamrowych, nawet dla pojedynczej instrukcji.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przykłady w tej prezentacji konsekwentnie używają nawiasów klamrowych z tego właśnie powodu.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Instrukcja switch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Czytelna alternatywa dla długiego łańcucha else if, gdy porównujemy jedną zmienną z wieloma wartościami.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SWITCH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Składnia instrukcji switch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10835640" cy="3566160"/>
          </a:xfrm>
          <a:prstGeom prst="roundRect">
            <a:avLst>
              <a:gd name="adj" fmla="val 1795"/>
            </a:avLst>
          </a:prstGeom>
          <a:solidFill>
            <a:srgbClr val="0D11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1832" y="1810512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składnia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139696"/>
            <a:ext cx="1033272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(wyrazenie)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wartosc1: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instrukcje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wartosc2: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instrukcje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instrukcje, gdy żadna wartość nie pasuje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oblicza wartość wyrażenia w nawiasie jeden raz, a następnie porównuje ją kolejno z wartościami przy każdej etykiecie case.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SWITCH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switch dopasowuje wartości?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porównuje wartość wyrażenia z wartością każdej etykiety case operatorem równości ścisłej (===) – bez konwersji typów.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Oznacza to, że switch ("3") NIE dopasuje do case 3 – to różne typy (String i Number), tak samo jak przy operatorze === poznanym w części 1.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znalezieniu pierwszej pasującej etykiety wykonanie przechodzi do jej bloku kodu.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Etykiety case mogą być dowolnymi wartościami stałymi: liczbami, stringami, a nawet wyrażeniami.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switch_podstawy.js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dzien = 3;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(dzien)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console.log("Poniedziałek");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console.log("Wtorek");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console.log("Środa");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console.log("Inny dzień");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"Środa"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SWITCH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Pułapka: brak break (fall-through)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pominiemy break, wykonanie „przelewa się” (fall-through) do kolejnej etykiety case, niezależnie od tego, czy jej wartość pasuje.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jeden z najczęstszych błędów początkujących programistów – zapomniany break potrafi wykonać kilka bloków naraz.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przykładzie obok dzien wynosi 0, więc pasuje case 0 – ale brak break powoduje, że wykonuje się również blok case 1.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bezpieczeństwa: każdy blok case kończ swojego wykonania instrukcją break, chyba że fall-through jest celowym zabiegiem (patrz kolejny slajd).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fall_through.js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liczba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(liczba)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0: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console.log("zero");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brak break!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console.log("jeden");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console.log("dwa");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console.log("inna liczba");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"zero" ORAZ "jeden"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SWITCH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Świadome wykorzystanie fall-through i klauzula default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 bywa również używany celowo – do grupowania kilku wartości case, które mają wywoływać ten sam blok kodu.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„Puste” etykiety case (bez własnego kodu) „przepadają” do pierwszej etykiety z rzeczywistym kodem – to czytelny idiom grupowania.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Klauzula default jest opcjonalna i wykonuje się, gdy żadna wartość case nie pasuje – może stać w dowolnym miejscu bloku switch, ale zwyczajowo umieszcza się ją na końcu.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grupowanie_case.js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miesiac = 4;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(miesiac)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12: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console.log("Zima");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4: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5: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console.log("Wiosna");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console.log("Nieprawidłowy miesiąc");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wypisze: "Wiosna"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SWITCH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czy if...else if – kiedy które?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703320"/>
                <a:gridCol w="2514600"/>
                <a:gridCol w="461772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Sytuacja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Zalecana instrukcja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Dlaczego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Porównujesz jedną zmienną z wieloma konkretnymi wartościami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Czytelniejsza struktura, mniej powtórzeń nazwy zmiennej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Sprawdzasz zakresy wartości (np. punkty &gt;= 90)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porównuje tylko dokładne wartości (===), nie obsługuje zakresów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Warunek łączy kilka różnych zmiennych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operuje na jednym wyrażeniu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Wiele wartości ma prowadzić do tego samego wyniku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(z grupowaniem case)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Naturalny, zwięzły zapis grupowania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wielokrotnie wykonać ten sam fragment kodu bez przepisywania go ręcznie.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co są pętle?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(loop) pozwala wielokrotnie wykonać ten sam fragment kodu – bez ręcznego powielania instrukcji.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Realizuje zasadę DRY (Don't Repeat Yourself – „nie powtarzaj się”), kluczową w programowaniu.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pętli, aby wypisać liczby od 1 do 5, musielibyśmy napisać pięć osobnych instrukcji console.log – zobacz różnicę obok.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oferuje kilka rodzajów pętli, dopasowanych do różnych sytuacji – poznamy je wszystkie na dzisiejszych zajęciach.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bez_petli_vs_z_petla.js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BEZ pętli – żmudne i nieskalowalne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console.log(2);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console.log(3);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console.log(4);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console.log(5);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 pętlą – krótko i skaluje się do 1000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pętli for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99516" y="1783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3E7B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9516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9516" y="2606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Inicjalizacja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(wykonywana raz, na starcie)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2836" y="1783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E883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02836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02836" y="2606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Warunek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(sprawdzany przed każdym przebiegiem)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6156" y="17830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2FA5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06156" y="17830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106156" y="26060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(wykonywany po każdym przebiegu)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 inicjalizacja ; warunek ; krok ) { … ciało pętli … 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262B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4340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Kolejność wykonania: 1) inicjalizacja (raz) → 2) sprawdzenie warunku → 3a) jeśli prawda: wykonaj ciało pętli, wykonaj krok, wróć do (2) → 3b) jeśli fałsz: zakończ pętlę.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for – przykład: suma liczb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Najczęstsze zastosowanie for: wykonanie kodu określoną, znaną z góry liczbę razy.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przykładzie obok zmienna suma jest „akumulatorem” – gromadzi wynik kolejnych dodań w trakcie działania pętli.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 zwrócić uwagę na operator += (poznany w części 1) używany do aktualizacji akumulatora.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for jest domyślnym wyborem, gdy z góry wiadomo, ile razy trzeba powtórzyć kod (np. „od 1 do 10”).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suma_1_do_10.js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suma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10; i++)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suma += i;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console.log(suma); // 55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whl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while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while wykonuje blok kodu, dopóki warunek w nawiasach jest prawdziwy.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przeciwieństwie do for nie ma wbudowanej inicjalizacji ani kroku – programista musi sam zadbać o zmienną sterującą (tu: i) przed pętlą i wewnątrz niej.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Idealna, gdy liczba powtórzeń nie jest znana z góry, a zależy od spełnienia warunku w trakcie działania programu.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Uwaga: zapomnienie o aktualizacji zmiennej sterującej (tu: i++) spowoduje nieskończoną pętlę – więcej o tym na slajdzie 23.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while_podstawy.js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&lt;= 5)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i++;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 4 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dwl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do...while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Kluczowa różnica względem while: warunek sprawdzany jest PO wykonaniu ciała pętli, a nie przed.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 ciało pętli do...while wykona się zawsze co najmniej raz – nawet jeśli warunek jest fałszywy od początku.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przykładzie obok warunek liczba &lt; 5 jest fałszywy już na starcie (liczba = 10), ale blok i tak wykona się jednokrotnie.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Stosowana rzadziej niż for i while – typowo tam, gdzie logika wymaga co najmniej jednego wykonania (np. wyświetlenie menu przed sprawdzeniem wyboru użytkownika).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do_while.js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liczba = 10;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console.log("Wykona się choć raz:", liczba);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liczba++;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(liczba &lt; 5);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wypisze dokładnie raz, mimo że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warunek (liczba &lt; 5) jest fałszywy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⚖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for, while i do...while – porównanie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880360"/>
                <a:gridCol w="265176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Cecha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for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while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</a:rPr>
                        <a:t>do...while</a:t>
                      </a:r>
                      <a:endParaRPr lang="en-US" sz="118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Sprawdzenie warunku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przed każdym przebiegiem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przed każdym przebiegiem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każdym przebiegu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Minimalna liczba wykonań ciała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(zawsze co najmniej raz)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Inicjalizacja i krok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wbudowane w składnię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programista pisze osobno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programista pisze osobno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Typowe zastosowanie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znana z góry liczba powtórzeń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nieznana liczba powtórzeń, zależna od warunku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kod, który musi wykonać się minimum raz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brk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 pętlą: break i continue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1874520"/>
                <a:gridCol w="4114800"/>
                <a:gridCol w="4846320"/>
              </a:tblGrid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Instrukcja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Działanie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break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Natychmiast przerywa całą pętlę i przechodzi do kodu po niej.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(i=1;i&lt;=10;i++){ if(i===6) break; console.log(i); }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 1 2 3 4 5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Przerywa tylko bieżący przebieg pętli i przechodzi do następnego.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(i=1;i&lt;=10;i++){ if(i%2===0) continue; console.log(i); }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 1 3 5 7 9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 continue działają identycznie we wszystkich rodzajach pętli (for, while, do-while, for-of, for-in).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for...of – iteracja po wartościach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for...of to nowoczesna pętla (ES2015) do iterowania po wartościach kolekcji: tablic, ciągów znaków i innych obiektów iterowalnych.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każdym przebiegu zmienna (tu: owoc) przyjmuje kolejną wartość z tablicy – bez ręcznego odwoływania się do indeksów.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Czytelniejsza i mniej podatna na błędy niż klasyczna pętla for z licznikiem, gdy interesują nas same wartości.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Zalecany wybór przy iterowaniu po zawartości tablicy.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for_of.js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owoce = ["jabłko", "gruszka", "banan"];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owoc of owoce)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console.log(owoc);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jabłko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gruszka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banan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Pętla for...in – iteracja po kluczach obiektu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for...in iteruje po nazwach (kluczach) właściwości obiektu, a nie po ich wartościach.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przykładzie obok klucz przyjmuje kolejno "imie", "wiek", "klasa" – wartość odczytujemy dopiero przez uczen[klucz].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Przeznaczona do obiektów (Object), nie do tablic – na tablicy for...in może zwrócić indeksy jako teksty oraz niespodziewane dodatkowe właściwości, dlatego dla tablic zawsze wybieramy for...of.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Zapamiętaj skrót: for...in zwraca klucze (indeksy) obiektu, a for...of zwraca wartości kolekcji.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for_in.js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uczen = { imie: "Ala", wiek: 17, klasa: "3A" };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klucz in uczen)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console.log(klucz, uczen[klucz]);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imie Ala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wiek 17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klasa 3A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[[]]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Pętle zagnieżdżone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Podobnie jak instrukcje if, pętle można zagnieżdżać – umieszczać jedną pętlę wewnątrz drugiej.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Klasyczne zastosowanie: praca z danymi dwuwymiarowymi (tabele, siatki, tabliczka mnożenia).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każdego przebiegu pętli zewnętrznej (i) pętla wewnętrzna (j) wykonuje się w całości – stąd złożoność rośnie szybko (dla 3×3 to 9 przebiegów łącznie).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 używać różnych nazw liczników (i, j) dla czytelności i uniknięcia pomyłek.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petle_zagniezdzone.js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3; i++)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wiersz = "";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j = 1; j &lt;= 3; j++)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wiersz += (i * j) + " 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console.log(wiersz.trim());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2 3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4 6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6 9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błędy i pułapki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461772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Błąd</a:t>
                      </a:r>
                      <a:endParaRPr lang="en-US" sz="113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13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</a:rPr>
                        <a:t>Skutek / rozwiązanie</a:t>
                      </a:r>
                      <a:endParaRPr lang="en-US" sz="113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Nieskończona pętla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(i &lt; 5) { console.log(i); } // brak i++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„zawiesza się” – warunek nigdy nie staje się fałszywy. Zawsze aktualizuj zmienną sterującą wewnątrz pętli.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Błąd „o jeden za dużo” (off-by-one)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(i=0; i&lt;=tab.length; i++)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Ostatni przebieg odwołuje się poza tablicą (tab[3] dla tablicy 3-elementowej) i zwraca undefined. Użyj i &lt; tab.length.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for...in na tablicy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(let i in tablica) { ... }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Zwraca indeksy jako teksty i może uwzględniać dodatkowe właściwości. Dla tablic używaj for...of.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Brak break w switch</a:t>
                      </a:r>
                      <a:endParaRPr lang="en-US" sz="10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0: ...  (bez break)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Fall-through – wykonują się kolejne bloki case. Kończ każdy blok instrukcją break, chyba że celowo grupujesz przypadki.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Którą instrukcję sterującą wybrać?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Pojedynczy warunek logiczny lub dwie ścieżki decyzji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Kilka warunków wykluczających się nawzajem, sprawdzanych po kolei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991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zmienna, wiele konkretnych, dokładnych wartości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Znana z góry liczba powtórzeń (np. „od 1 do 10”)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/ do-while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Nieznana z góry liczba powtórzeń, zależna od warunku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991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for-of / for-in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Iterowanie po wartościach kolekcji / po kluczach obiektu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praktyczne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zadań – po dwa na każdy z dzisiejszych tematów: warunki, switch i pętle.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· WARUNKI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Ocena słowna na podstawie punktów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łańcucha if / else if / else.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zmienną punkty (liczba w zakresie 0–100).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if / else if / else wypisz w konsoli ocenę słowną według progów: 90 i więcej – „celujący”, 75–89 – „bardzo dobry”, 60–74 – „dobry”, 45–59 – „dostateczny”, poniżej 45 – „niedostateczny”.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programu dla kilku różnych wartości punktów, w tym wartości granicznych (np. dokładnie 90 i 89).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Układaj warunki od najwyższego progu do najniższego – dzięki temu każdy kolejny else if może zakładać, że wcześniejsze warunki były fałszywe.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· WARUNKI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Kwalifikacja na wycieczkę szkolną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łączenie warunków (zagnieżdżenie lub operator logiczny &amp;&amp;).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zmienne wiek (liczba) oraz zgodaRodzica (wartość logiczna Boolean).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Napisz warunek sprawdzający, czy uczeń może pojechać na wycieczkę: musi mieć co najmniej 13 lat ORAZ musi być zgoda rodzica.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Wypisz jeden z trzech komunikatów: „Może jechać na wycieczkę”, „Za młody wiek” (gdy wiek &lt; 13) lub „Brak zgody rodzica” (gdy wiek wystarczający, ale brak zgody).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Rozwiąż zadanie najpierw za pomocą zagnieżdżonych instrukcji if, a następnie spróbuj zapisać je z operatorem &amp;&amp; w jednym warunku.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To dobra okazja, by porównać czytelność obu podejść – zagnieżdżonego i z operatorem logicznym.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 · SWITCH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Nazwa dnia tygodnia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instrukcji switch z klauzulą default.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zmienną dzien przechowującą numer dnia tygodnia (1–7).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instrukcji switch wypisz w konsoli nazwę odpowiadającego dnia tygodnia (1 = Poniedziałek, …, 7 = Niedziela).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klauzulę default, która wypisze komunikat „Nieprawidłowy numer dnia” dla wartości spoza zakresu 1–7.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Pamiętaj o instrukcji break po każdym bloku case, aby uniknąć fall-through.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Sprawdź działanie programu również dla wartości spoza zakresu, np. dzien = 9.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 · SWITCH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Pora roku na podstawie numeru miesiąca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świadome wykorzystanie fall-through do grupowania wartości case.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zmienną miesiac (liczba 1–12).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instrukcji switch z celowo pominiętym break między „pustymi” etykietami case pogrupuj miesiące w pory roku: 12, 1, 2 – Zima; 3, 4, 5 – Wiosna; 6, 7, 8 – Lato; 9, 10, 11 – Jesień.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klauzulę default dla nieprawidłowego numeru miesiąca (spoza zakresu 1–12).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komentarzu wyjaśnij, dlaczego w tym przypadku brak break między niektórymi etykietami case jest zamierzony, a nie błędem.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Wzoruj się na przykładzie grupowania case ze slajdu 13 tej prezentacji.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5 · PĘTLE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Tabliczka mnożenia i suma liczb parzystych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pętli for z akumulatorem.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pętli for wypisz w konsoli tabliczkę mnożenia przez wybraną liczbę (np. przez 7) dla mnożników od 1 do 10 (7×1=7, 7×2=14, …, 7×10=70).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Następnie, w osobnej pętli for, oblicz sumę wszystkich liczb parzystych z zakresu od 1 do 50 i wypisz wynik w konsoli.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Wykorzystaj operator reszty z dzielenia % (poznany w części 1) do sprawdzenia, czy liczba jest parzysta.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Sprawdzenie parzystości: liczba % 2 === 0. Wynik sumy dla zakresu 1–50 możesz sprawdzić samodzielnie – wynosi 650.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 · PĘTLE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Odliczanie i lista zakupów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pętli while oraz for...of.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pętli while wypisz w konsoli odliczanie od 10 do 1 (kolejno: 10, 9, 8, …, 1).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tablicę zakupy zawierającą co najmniej trzy nazwy produktów (np. "mleko", "chleb", "jajka").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pomocą pętli for...of wypisz w konsoli wszystkie produkty z listy, poprzedzając każdy numerem pozycji, np. „1. mleko”.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Rozważ, jak wyglądałoby to samo zadanie napisane pętlą for – które rozwiązanie jest czytelniejsze?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Do numerowania pozycji w for...of potrzebujesz dodatkowej zmiennej-licznika, którą inkrementujesz w każdym przebiegu pętli.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dalej po dzisiejszych zajęciach?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Umiemy sterować przepływem programu za pomocą if, else if, else oraz switch.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Potrafimy powtarzać fragmenty kodu pętlami for, while i do...while, oraz iterować kolekcje for-of i for-in.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Znamy instrukcje break i continue do precyzyjnego sterowania przebiegiem pętli.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połączeniu z typami danych i operatorami z części 1, mamy już pełny zestaw narzędzi do pisania prostych, działających programów w JavaScript.</a:t>
            </a:r>
            <a:endParaRPr lang="en-US" sz="15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etap kursu (zgodnie z wymaganiami INF.03.5): funkcje, tablice i praca z modelem DOM oraz obsługa zdarzeń w praktyce.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PODSTAWA PROGRAMOWA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 oraz związek z kwalifikacją INF.03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prezentacji zweryfikowano względem specyfikacji języka ECMAScript (ECMA-262) oraz dokumentacji MDN Web Docs (developer.mozilla.org).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tematyczny stanowi kontynuację jednostki efektów kształcenia INF.03.5 Programowanie aplikacji internetowych – instrukcje sterujące są niezbędnym fundamentem do dalszej pracy z obsługą zdarzeń, formularzy i modelu DOM.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Control flow and error handling; MDN – switch; MDN – for; MDN – while; MDN – do...while; MDN – for...of; MDN – for...in.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Centralna Komisja Egzaminacyjna (CKE) – podstawa programowa kształcenia w zawodach, jednostka INF.03.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4248</Words>
  <Application>Microsoft Office PowerPoint</Application>
  <PresentationFormat>Niestandardowy</PresentationFormat>
  <Paragraphs>613</Paragraphs>
  <Slides>37</Slides>
  <Notes>37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37</vt:i4>
      </vt:variant>
    </vt:vector>
  </HeadingPairs>
  <TitlesOfParts>
    <vt:vector size="38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3</cp:revision>
  <dcterms:created xsi:type="dcterms:W3CDTF">2026-09-18T08:06:53Z</dcterms:created>
  <dcterms:modified xsi:type="dcterms:W3CDTF">2026-09-24T06:46:49Z</dcterms:modified>
  <cp:contentStatus>Wersja ostateczna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